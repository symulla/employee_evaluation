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</p:sldMasterIdLst>
  <p:notesMasterIdLst>
    <p:notesMasterId r:id="rId18"/>
  </p:notesMasterIdLst>
  <p:handoutMasterIdLst>
    <p:handoutMasterId r:id="rId19"/>
  </p:handoutMasterIdLst>
  <p:sldIdLst>
    <p:sldId id="1497" r:id="rId5"/>
    <p:sldId id="1518" r:id="rId6"/>
    <p:sldId id="1498" r:id="rId7"/>
    <p:sldId id="1514" r:id="rId8"/>
    <p:sldId id="1515" r:id="rId9"/>
    <p:sldId id="1499" r:id="rId10"/>
    <p:sldId id="1516" r:id="rId11"/>
    <p:sldId id="1513" r:id="rId12"/>
    <p:sldId id="1502" r:id="rId13"/>
    <p:sldId id="1503" r:id="rId14"/>
    <p:sldId id="1506" r:id="rId15"/>
    <p:sldId id="1508" r:id="rId16"/>
    <p:sldId id="15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/>
  </p:normalViewPr>
  <p:slideViewPr>
    <p:cSldViewPr snapToGrid="0">
      <p:cViewPr varScale="1">
        <p:scale>
          <a:sx n="65" d="100"/>
          <a:sy n="65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55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 anchor="t"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28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EF4EF1-D9A3-1B4B-824F-63DEB13C7D3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6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138372"/>
            <a:ext cx="10923934" cy="408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8624-D4B9-7C44-BA3F-B13CDFB276D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7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9478" y="632192"/>
            <a:ext cx="4328486" cy="372776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7" y="4728526"/>
            <a:ext cx="4328487" cy="14944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1856D-4088-6C7C-747C-BFC6B595D2C7}"/>
              </a:ext>
            </a:extLst>
          </p:cNvPr>
          <p:cNvSpPr/>
          <p:nvPr userDrawn="1"/>
        </p:nvSpPr>
        <p:spPr>
          <a:xfrm>
            <a:off x="634036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86">
            <a:extLst>
              <a:ext uri="{FF2B5EF4-FFF2-40B4-BE49-F238E27FC236}">
                <a16:creationId xmlns:a16="http://schemas.microsoft.com/office/drawing/2014/main" id="{4C2DEE60-7B9C-F5F8-C631-1BBA2E094F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2DEFB05-7E9F-904D-9899-4BFD23D3117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3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4328068" cy="3346768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328068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AD1B2-D3AF-262A-9F39-408298341F3B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86">
            <a:extLst>
              <a:ext uri="{FF2B5EF4-FFF2-40B4-BE49-F238E27FC236}">
                <a16:creationId xmlns:a16="http://schemas.microsoft.com/office/drawing/2014/main" id="{84DED33C-5879-E539-4CEC-E4EBF6E330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253768E5-88AD-F345-813B-E822455F98B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99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7538424" cy="3346767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353868"/>
            <a:ext cx="7538424" cy="18691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8D7-4720-D141-81CC-740F79D50C3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2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634999"/>
            <a:ext cx="7514087" cy="3727767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743766"/>
            <a:ext cx="7514087" cy="111347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E768-21C6-CE4B-B654-E1D0DDCC05F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56409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3" y="4362765"/>
            <a:ext cx="7924802" cy="1112519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D13D-5B61-AA42-A678-BA823C019B3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3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raphic 73">
            <a:extLst>
              <a:ext uri="{FF2B5EF4-FFF2-40B4-BE49-F238E27FC236}">
                <a16:creationId xmlns:a16="http://schemas.microsoft.com/office/drawing/2014/main" id="{234E1407-29E4-7E4C-3151-4DB2B1D49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5821680" y="634999"/>
            <a:ext cx="5736284" cy="5590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 anchor="t">
            <a:noAutofit/>
          </a:bodyPr>
          <a:lstStyle>
            <a:lvl1pPr marL="0" indent="0" algn="l">
              <a:buNone/>
              <a:defRPr sz="1800" b="1" i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419B-7218-144B-AE0A-3AE9A5E7F34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6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raphic 61">
            <a:extLst>
              <a:ext uri="{FF2B5EF4-FFF2-40B4-BE49-F238E27FC236}">
                <a16:creationId xmlns:a16="http://schemas.microsoft.com/office/drawing/2014/main" id="{0A63388B-7024-A217-D604-87110EA803E6}"/>
              </a:ext>
            </a:extLst>
          </p:cNvPr>
          <p:cNvSpPr/>
          <p:nvPr userDrawn="1"/>
        </p:nvSpPr>
        <p:spPr>
          <a:xfrm>
            <a:off x="5821681" y="631232"/>
            <a:ext cx="6370320" cy="5591768"/>
          </a:xfrm>
          <a:custGeom>
            <a:avLst/>
            <a:gdLst>
              <a:gd name="connsiteX0" fmla="*/ 6286503 w 6286503"/>
              <a:gd name="connsiteY0" fmla="*/ 0 h 5591768"/>
              <a:gd name="connsiteX1" fmla="*/ 0 w 6286503"/>
              <a:gd name="connsiteY1" fmla="*/ 0 h 5591768"/>
              <a:gd name="connsiteX2" fmla="*/ 0 w 6286503"/>
              <a:gd name="connsiteY2" fmla="*/ 5591768 h 5591768"/>
              <a:gd name="connsiteX3" fmla="*/ 6286503 w 6286503"/>
              <a:gd name="connsiteY3" fmla="*/ 5591768 h 5591768"/>
              <a:gd name="connsiteX4" fmla="*/ 6286503 w 6286503"/>
              <a:gd name="connsiteY4" fmla="*/ 4960502 h 5591768"/>
              <a:gd name="connsiteX5" fmla="*/ 5839978 w 6286503"/>
              <a:gd name="connsiteY5" fmla="*/ 2806305 h 5591768"/>
              <a:gd name="connsiteX6" fmla="*/ 4938995 w 6286503"/>
              <a:gd name="connsiteY6" fmla="*/ 4962694 h 5591768"/>
              <a:gd name="connsiteX7" fmla="*/ 4038005 w 6286503"/>
              <a:gd name="connsiteY7" fmla="*/ 2795884 h 5591768"/>
              <a:gd name="connsiteX8" fmla="*/ 4938995 w 6286503"/>
              <a:gd name="connsiteY8" fmla="*/ 629074 h 5591768"/>
              <a:gd name="connsiteX9" fmla="*/ 5839978 w 6286503"/>
              <a:gd name="connsiteY9" fmla="*/ 2785463 h 5591768"/>
              <a:gd name="connsiteX10" fmla="*/ 6286503 w 6286503"/>
              <a:gd name="connsiteY10" fmla="*/ 631266 h 5591768"/>
              <a:gd name="connsiteX11" fmla="*/ 6286503 w 6286503"/>
              <a:gd name="connsiteY11" fmla="*/ 0 h 5591768"/>
              <a:gd name="connsiteX12" fmla="*/ 4037967 w 6286503"/>
              <a:gd name="connsiteY12" fmla="*/ 2795884 h 5591768"/>
              <a:gd name="connsiteX13" fmla="*/ 2612709 w 6286503"/>
              <a:gd name="connsiteY13" fmla="*/ 4962694 h 5591768"/>
              <a:gd name="connsiteX14" fmla="*/ 1187451 w 6286503"/>
              <a:gd name="connsiteY14" fmla="*/ 2795884 h 5591768"/>
              <a:gd name="connsiteX15" fmla="*/ 2612709 w 6286503"/>
              <a:gd name="connsiteY15" fmla="*/ 629074 h 5591768"/>
              <a:gd name="connsiteX16" fmla="*/ 4037967 w 6286503"/>
              <a:gd name="connsiteY16" fmla="*/ 2795884 h 559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286503" h="5591768">
                <a:moveTo>
                  <a:pt x="6286503" y="0"/>
                </a:moveTo>
                <a:lnTo>
                  <a:pt x="0" y="0"/>
                </a:lnTo>
                <a:lnTo>
                  <a:pt x="0" y="5591768"/>
                </a:lnTo>
                <a:lnTo>
                  <a:pt x="6286503" y="5591768"/>
                </a:lnTo>
                <a:lnTo>
                  <a:pt x="6286503" y="4960502"/>
                </a:lnTo>
                <a:cubicBezTo>
                  <a:pt x="6038758" y="4909248"/>
                  <a:pt x="5841152" y="3965294"/>
                  <a:pt x="5839978" y="2806305"/>
                </a:cubicBezTo>
                <a:cubicBezTo>
                  <a:pt x="5837641" y="3998210"/>
                  <a:pt x="5435152" y="4962694"/>
                  <a:pt x="4938995" y="4962694"/>
                </a:cubicBezTo>
                <a:cubicBezTo>
                  <a:pt x="4441396" y="4962694"/>
                  <a:pt x="4038005" y="3992580"/>
                  <a:pt x="4038005" y="2795884"/>
                </a:cubicBezTo>
                <a:cubicBezTo>
                  <a:pt x="4038005" y="1599189"/>
                  <a:pt x="4441396" y="629074"/>
                  <a:pt x="4938995" y="629074"/>
                </a:cubicBezTo>
                <a:cubicBezTo>
                  <a:pt x="5435152" y="629074"/>
                  <a:pt x="5837641" y="1593559"/>
                  <a:pt x="5839978" y="2785463"/>
                </a:cubicBezTo>
                <a:cubicBezTo>
                  <a:pt x="5841152" y="1626474"/>
                  <a:pt x="6038758" y="682520"/>
                  <a:pt x="6286503" y="631266"/>
                </a:cubicBezTo>
                <a:lnTo>
                  <a:pt x="6286503" y="0"/>
                </a:lnTo>
                <a:close/>
                <a:moveTo>
                  <a:pt x="4037967" y="2795884"/>
                </a:moveTo>
                <a:cubicBezTo>
                  <a:pt x="4037967" y="3992580"/>
                  <a:pt x="3399855" y="4962694"/>
                  <a:pt x="2612709" y="4962694"/>
                </a:cubicBezTo>
                <a:cubicBezTo>
                  <a:pt x="1825562" y="4962694"/>
                  <a:pt x="1187451" y="3992580"/>
                  <a:pt x="1187451" y="2795884"/>
                </a:cubicBezTo>
                <a:cubicBezTo>
                  <a:pt x="1187451" y="1599189"/>
                  <a:pt x="1825562" y="629074"/>
                  <a:pt x="2612709" y="629074"/>
                </a:cubicBezTo>
                <a:cubicBezTo>
                  <a:pt x="3399855" y="629074"/>
                  <a:pt x="4037967" y="1599189"/>
                  <a:pt x="4037967" y="2795884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9101-0A20-A644-B98A-5AAB7200714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3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C5D035A-BE15-109F-79F7-BD7B8ADBC513}"/>
              </a:ext>
            </a:extLst>
          </p:cNvPr>
          <p:cNvSpPr/>
          <p:nvPr userDrawn="1"/>
        </p:nvSpPr>
        <p:spPr>
          <a:xfrm>
            <a:off x="5821681" y="-5731"/>
            <a:ext cx="5736284" cy="6228731"/>
          </a:xfrm>
          <a:custGeom>
            <a:avLst/>
            <a:gdLst>
              <a:gd name="connsiteX0" fmla="*/ 2868142 w 5736284"/>
              <a:gd name="connsiteY0" fmla="*/ 634964 h 6228731"/>
              <a:gd name="connsiteX1" fmla="*/ 702690 w 5736284"/>
              <a:gd name="connsiteY1" fmla="*/ 1103204 h 6228731"/>
              <a:gd name="connsiteX2" fmla="*/ 2857727 w 5736284"/>
              <a:gd name="connsiteY2" fmla="*/ 1571436 h 6228731"/>
              <a:gd name="connsiteX3" fmla="*/ 702690 w 5736284"/>
              <a:gd name="connsiteY3" fmla="*/ 2473342 h 6228731"/>
              <a:gd name="connsiteX4" fmla="*/ 2868142 w 5736284"/>
              <a:gd name="connsiteY4" fmla="*/ 3375255 h 6228731"/>
              <a:gd name="connsiteX5" fmla="*/ 5033593 w 5736284"/>
              <a:gd name="connsiteY5" fmla="*/ 2473342 h 6228731"/>
              <a:gd name="connsiteX6" fmla="*/ 2878556 w 5736284"/>
              <a:gd name="connsiteY6" fmla="*/ 1571436 h 6228731"/>
              <a:gd name="connsiteX7" fmla="*/ 5033593 w 5736284"/>
              <a:gd name="connsiteY7" fmla="*/ 1103204 h 6228731"/>
              <a:gd name="connsiteX8" fmla="*/ 2868142 w 5736284"/>
              <a:gd name="connsiteY8" fmla="*/ 634964 h 6228731"/>
              <a:gd name="connsiteX9" fmla="*/ 0 w 5736284"/>
              <a:gd name="connsiteY9" fmla="*/ 0 h 6228731"/>
              <a:gd name="connsiteX10" fmla="*/ 5736284 w 5736284"/>
              <a:gd name="connsiteY10" fmla="*/ 0 h 6228731"/>
              <a:gd name="connsiteX11" fmla="*/ 5736284 w 5736284"/>
              <a:gd name="connsiteY11" fmla="*/ 6228731 h 6228731"/>
              <a:gd name="connsiteX12" fmla="*/ 2868142 w 5736284"/>
              <a:gd name="connsiteY12" fmla="*/ 6228731 h 6228731"/>
              <a:gd name="connsiteX13" fmla="*/ 5033593 w 5736284"/>
              <a:gd name="connsiteY13" fmla="*/ 4802012 h 6228731"/>
              <a:gd name="connsiteX14" fmla="*/ 2868142 w 5736284"/>
              <a:gd name="connsiteY14" fmla="*/ 3375293 h 6228731"/>
              <a:gd name="connsiteX15" fmla="*/ 702690 w 5736284"/>
              <a:gd name="connsiteY15" fmla="*/ 4802012 h 6228731"/>
              <a:gd name="connsiteX16" fmla="*/ 2868142 w 5736284"/>
              <a:gd name="connsiteY16" fmla="*/ 6228731 h 6228731"/>
              <a:gd name="connsiteX17" fmla="*/ 0 w 5736284"/>
              <a:gd name="connsiteY17" fmla="*/ 6228731 h 62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36284" h="6228731">
                <a:moveTo>
                  <a:pt x="2868142" y="634964"/>
                </a:moveTo>
                <a:cubicBezTo>
                  <a:pt x="1672197" y="634964"/>
                  <a:pt x="702690" y="844602"/>
                  <a:pt x="702690" y="1103204"/>
                </a:cubicBezTo>
                <a:cubicBezTo>
                  <a:pt x="702690" y="1361054"/>
                  <a:pt x="1666570" y="1570228"/>
                  <a:pt x="2857727" y="1571436"/>
                </a:cubicBezTo>
                <a:cubicBezTo>
                  <a:pt x="1666570" y="1573775"/>
                  <a:pt x="702690" y="1976676"/>
                  <a:pt x="702690" y="2473342"/>
                </a:cubicBezTo>
                <a:cubicBezTo>
                  <a:pt x="702690" y="2971451"/>
                  <a:pt x="1672197" y="3375255"/>
                  <a:pt x="2868142" y="3375255"/>
                </a:cubicBezTo>
                <a:cubicBezTo>
                  <a:pt x="4064087" y="3375255"/>
                  <a:pt x="5033593" y="2971451"/>
                  <a:pt x="5033593" y="2473342"/>
                </a:cubicBezTo>
                <a:cubicBezTo>
                  <a:pt x="5033593" y="1976676"/>
                  <a:pt x="4069714" y="1573775"/>
                  <a:pt x="2878556" y="1571436"/>
                </a:cubicBezTo>
                <a:cubicBezTo>
                  <a:pt x="4069714" y="1570228"/>
                  <a:pt x="5033593" y="1361054"/>
                  <a:pt x="5033593" y="1103204"/>
                </a:cubicBezTo>
                <a:cubicBezTo>
                  <a:pt x="5033593" y="844602"/>
                  <a:pt x="4064087" y="634964"/>
                  <a:pt x="2868142" y="634964"/>
                </a:cubicBezTo>
                <a:close/>
                <a:moveTo>
                  <a:pt x="0" y="0"/>
                </a:moveTo>
                <a:lnTo>
                  <a:pt x="5736284" y="0"/>
                </a:lnTo>
                <a:lnTo>
                  <a:pt x="5736284" y="6228731"/>
                </a:lnTo>
                <a:lnTo>
                  <a:pt x="2868142" y="6228731"/>
                </a:lnTo>
                <a:cubicBezTo>
                  <a:pt x="4064087" y="6228731"/>
                  <a:pt x="5033593" y="5589965"/>
                  <a:pt x="5033593" y="4802012"/>
                </a:cubicBezTo>
                <a:cubicBezTo>
                  <a:pt x="5033593" y="4014059"/>
                  <a:pt x="4064087" y="3375293"/>
                  <a:pt x="2868142" y="3375293"/>
                </a:cubicBezTo>
                <a:cubicBezTo>
                  <a:pt x="1672197" y="3375293"/>
                  <a:pt x="702690" y="4014059"/>
                  <a:pt x="702690" y="4802012"/>
                </a:cubicBezTo>
                <a:cubicBezTo>
                  <a:pt x="702690" y="5589965"/>
                  <a:pt x="1672197" y="6228731"/>
                  <a:pt x="2868142" y="6228731"/>
                </a:cubicBezTo>
                <a:lnTo>
                  <a:pt x="0" y="62287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1D9101-0A20-A644-B98A-5AAB72007147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7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64108"/>
            <a:ext cx="8481400" cy="146536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495234"/>
            <a:ext cx="8481400" cy="372776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D50EA-7C99-C642-BDB8-78B050F5294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6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6"/>
            <a:ext cx="4663440" cy="15033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B3D62-CDA4-76D5-336B-27C0EC9C46CE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34">
            <a:extLst>
              <a:ext uri="{FF2B5EF4-FFF2-40B4-BE49-F238E27FC236}">
                <a16:creationId xmlns:a16="http://schemas.microsoft.com/office/drawing/2014/main" id="{889B4C2F-1506-76B3-8948-1B68AC994F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86088"/>
            <a:ext cx="4663440" cy="333691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F157801D-503B-EF46-ADEC-5C959CCCA97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buFont typeface="+mj-lt"/>
              <a:buAutoNum type="arabicPeriod"/>
              <a:defRPr sz="1800"/>
            </a:lvl1pPr>
            <a:lvl2pPr marL="571500" indent="-342900">
              <a:lnSpc>
                <a:spcPct val="90000"/>
              </a:lnSpc>
              <a:buFont typeface="+mj-lt"/>
              <a:buAutoNum type="arabicPeriod"/>
              <a:defRPr sz="1800"/>
            </a:lvl2pPr>
            <a:lvl3pPr marL="800100" indent="-342900">
              <a:lnSpc>
                <a:spcPct val="90000"/>
              </a:lnSpc>
              <a:buFont typeface="+mj-lt"/>
              <a:buAutoNum type="arabicPeriod"/>
              <a:defRPr sz="1800"/>
            </a:lvl3pPr>
            <a:lvl4pPr marL="1028700" indent="-342900">
              <a:lnSpc>
                <a:spcPct val="90000"/>
              </a:lnSpc>
              <a:buFont typeface="+mj-lt"/>
              <a:buAutoNum type="arabicPeriod"/>
              <a:defRPr sz="1800"/>
            </a:lvl4pPr>
            <a:lvl5pPr>
              <a:lnSpc>
                <a:spcPct val="90000"/>
              </a:lnSpc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65F00CF-7379-A045-910C-C8066878311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E8E9733-3F6B-B96D-7402-8479FE5630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0DEB9912-DA83-3943-A195-65BA8C06043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7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EAFFA32D-4823-3A31-3A5A-72A0B530D8A2}"/>
              </a:ext>
            </a:extLst>
          </p:cNvPr>
          <p:cNvSpPr/>
          <p:nvPr userDrawn="1"/>
        </p:nvSpPr>
        <p:spPr>
          <a:xfrm rot="5400000" flipV="1">
            <a:off x="322554" y="307271"/>
            <a:ext cx="5329421" cy="4714880"/>
          </a:xfrm>
          <a:custGeom>
            <a:avLst/>
            <a:gdLst>
              <a:gd name="connsiteX0" fmla="*/ 1894180 w 5329421"/>
              <a:gd name="connsiteY0" fmla="*/ 2357439 h 4714880"/>
              <a:gd name="connsiteX1" fmla="*/ 3578496 w 5329421"/>
              <a:gd name="connsiteY1" fmla="*/ 4714878 h 4714880"/>
              <a:gd name="connsiteX2" fmla="*/ 3611865 w 5329421"/>
              <a:gd name="connsiteY2" fmla="*/ 4712520 h 4714880"/>
              <a:gd name="connsiteX3" fmla="*/ 3645262 w 5329421"/>
              <a:gd name="connsiteY3" fmla="*/ 4714880 h 4714880"/>
              <a:gd name="connsiteX4" fmla="*/ 5320882 w 5329421"/>
              <a:gd name="connsiteY4" fmla="*/ 2598475 h 4714880"/>
              <a:gd name="connsiteX5" fmla="*/ 5329421 w 5329421"/>
              <a:gd name="connsiteY5" fmla="*/ 2361794 h 4714880"/>
              <a:gd name="connsiteX6" fmla="*/ 5329421 w 5329421"/>
              <a:gd name="connsiteY6" fmla="*/ 2353088 h 4714880"/>
              <a:gd name="connsiteX7" fmla="*/ 5320882 w 5329421"/>
              <a:gd name="connsiteY7" fmla="*/ 2116407 h 4714880"/>
              <a:gd name="connsiteX8" fmla="*/ 3645262 w 5329421"/>
              <a:gd name="connsiteY8" fmla="*/ 2 h 4714880"/>
              <a:gd name="connsiteX9" fmla="*/ 3611893 w 5329421"/>
              <a:gd name="connsiteY9" fmla="*/ 2361 h 4714880"/>
              <a:gd name="connsiteX10" fmla="*/ 3578496 w 5329421"/>
              <a:gd name="connsiteY10" fmla="*/ 0 h 4714880"/>
              <a:gd name="connsiteX11" fmla="*/ 1894180 w 5329421"/>
              <a:gd name="connsiteY11" fmla="*/ 2357439 h 4714880"/>
              <a:gd name="connsiteX12" fmla="*/ 0 w 5329421"/>
              <a:gd name="connsiteY12" fmla="*/ 881203 h 4714880"/>
              <a:gd name="connsiteX13" fmla="*/ 0 w 5329421"/>
              <a:gd name="connsiteY13" fmla="*/ 3833675 h 4714880"/>
              <a:gd name="connsiteX14" fmla="*/ 9467 w 5329421"/>
              <a:gd name="connsiteY14" fmla="*/ 3861551 h 4714880"/>
              <a:gd name="connsiteX15" fmla="*/ 829380 w 5329421"/>
              <a:gd name="connsiteY15" fmla="*/ 4714878 h 4714880"/>
              <a:gd name="connsiteX16" fmla="*/ 1894134 w 5329421"/>
              <a:gd name="connsiteY16" fmla="*/ 2357439 h 4714880"/>
              <a:gd name="connsiteX17" fmla="*/ 829380 w 5329421"/>
              <a:gd name="connsiteY17" fmla="*/ 0 h 4714880"/>
              <a:gd name="connsiteX18" fmla="*/ 9467 w 5329421"/>
              <a:gd name="connsiteY18" fmla="*/ 853328 h 47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29421" h="4714880">
                <a:moveTo>
                  <a:pt x="1894180" y="2357439"/>
                </a:moveTo>
                <a:cubicBezTo>
                  <a:pt x="1894180" y="3659415"/>
                  <a:pt x="2648276" y="4714878"/>
                  <a:pt x="3578496" y="4714878"/>
                </a:cubicBezTo>
                <a:lnTo>
                  <a:pt x="3611865" y="4712520"/>
                </a:lnTo>
                <a:lnTo>
                  <a:pt x="3645262" y="4714880"/>
                </a:lnTo>
                <a:cubicBezTo>
                  <a:pt x="4517343" y="4714880"/>
                  <a:pt x="5234628" y="3787227"/>
                  <a:pt x="5320882" y="2598475"/>
                </a:cubicBezTo>
                <a:lnTo>
                  <a:pt x="5329421" y="2361794"/>
                </a:lnTo>
                <a:lnTo>
                  <a:pt x="5329421" y="2353088"/>
                </a:lnTo>
                <a:lnTo>
                  <a:pt x="5320882" y="2116407"/>
                </a:lnTo>
                <a:cubicBezTo>
                  <a:pt x="5234628" y="927654"/>
                  <a:pt x="4517343" y="2"/>
                  <a:pt x="3645262" y="2"/>
                </a:cubicBezTo>
                <a:lnTo>
                  <a:pt x="3611893" y="2361"/>
                </a:lnTo>
                <a:lnTo>
                  <a:pt x="3578496" y="0"/>
                </a:lnTo>
                <a:cubicBezTo>
                  <a:pt x="2648276" y="0"/>
                  <a:pt x="1894180" y="1055462"/>
                  <a:pt x="1894180" y="2357439"/>
                </a:cubicBezTo>
                <a:close/>
                <a:moveTo>
                  <a:pt x="0" y="881203"/>
                </a:moveTo>
                <a:lnTo>
                  <a:pt x="0" y="3833675"/>
                </a:lnTo>
                <a:lnTo>
                  <a:pt x="9467" y="3861551"/>
                </a:lnTo>
                <a:cubicBezTo>
                  <a:pt x="204772" y="4382861"/>
                  <a:pt x="499564" y="4714878"/>
                  <a:pt x="829380" y="4714878"/>
                </a:cubicBezTo>
                <a:cubicBezTo>
                  <a:pt x="1417423" y="4714878"/>
                  <a:pt x="1894134" y="3659415"/>
                  <a:pt x="1894134" y="2357439"/>
                </a:cubicBezTo>
                <a:cubicBezTo>
                  <a:pt x="1894134" y="1055462"/>
                  <a:pt x="1417423" y="0"/>
                  <a:pt x="829380" y="0"/>
                </a:cubicBezTo>
                <a:cubicBezTo>
                  <a:pt x="499564" y="0"/>
                  <a:pt x="204772" y="332017"/>
                  <a:pt x="9467" y="853328"/>
                </a:cubicBezTo>
                <a:close/>
              </a:path>
            </a:pathLst>
          </a:custGeom>
          <a:solidFill>
            <a:schemeClr val="accent2"/>
          </a:solidFill>
          <a:ln w="67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0" y="2495233"/>
            <a:ext cx="5271464" cy="2233294"/>
          </a:xfrm>
        </p:spPr>
        <p:txBody>
          <a:bodyPr anchor="ctr"/>
          <a:lstStyle>
            <a:lvl1pPr marL="0" indent="0" algn="l">
              <a:buNone/>
              <a:defRPr/>
            </a:lvl1pPr>
            <a:lvl2pPr marL="228600" indent="0" algn="l">
              <a:buNone/>
              <a:defRPr/>
            </a:lvl2pPr>
            <a:lvl3pPr marL="457200" indent="0" algn="l">
              <a:buNone/>
              <a:defRPr/>
            </a:lvl3pPr>
            <a:lvl4pPr marL="685800" indent="0" algn="l">
              <a:buNone/>
              <a:defRPr/>
            </a:lvl4pPr>
            <a:lvl5pPr marL="914400" indent="0" algn="l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4203-094B-0D4B-879D-04F5C4F2A8F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8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2129475"/>
            <a:ext cx="3771900" cy="372776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652462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DAB2-5272-0346-9ECD-E0A6C2764DB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51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59"/>
            <a:ext cx="4328497" cy="4841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0" y="1381759"/>
            <a:ext cx="5652469" cy="48412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B29-56AA-9C42-ADF3-4AB1EB6F403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328498" cy="5222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634999"/>
            <a:ext cx="6209053" cy="5633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A7D4-F682-584C-BBAE-B4231503FB6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946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385523" cy="55880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6" y="634999"/>
            <a:ext cx="7152028" cy="558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5130-9426-2744-B098-3B51DCEC7F0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51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634998"/>
            <a:ext cx="6209053" cy="10566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C3C84-2445-A196-7F5F-258A70EC2DB8}"/>
              </a:ext>
            </a:extLst>
          </p:cNvPr>
          <p:cNvSpPr/>
          <p:nvPr userDrawn="1"/>
        </p:nvSpPr>
        <p:spPr>
          <a:xfrm>
            <a:off x="0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8E21C7C-0CD1-5AAF-6BBD-63E495FF25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129475"/>
            <a:ext cx="6209053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CB74803-9A2C-034F-B1A1-F6470E6CA66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170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6209065" cy="10982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129475"/>
            <a:ext cx="6209066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E2F9A-59A2-7E9F-464F-7A36143AEF3C}"/>
              </a:ext>
            </a:extLst>
          </p:cNvPr>
          <p:cNvSpPr/>
          <p:nvPr userDrawn="1"/>
        </p:nvSpPr>
        <p:spPr>
          <a:xfrm>
            <a:off x="7395223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460171E-C624-E466-975C-D2BE23155D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6995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D3B9E8-F3C1-6446-B37C-65190666CE5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097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9"/>
            <a:ext cx="6595437" cy="111604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83495-936E-09A0-8CE3-E436C7809CBB}"/>
              </a:ext>
            </a:extLst>
          </p:cNvPr>
          <p:cNvSpPr/>
          <p:nvPr userDrawn="1"/>
        </p:nvSpPr>
        <p:spPr>
          <a:xfrm>
            <a:off x="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A8DBB29-ED35-445B-4F04-9E61708B9E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6905"/>
            <a:ext cx="6595437" cy="4096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C94DBE0E-BA63-894B-AD67-B5534C763EC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836617" cy="107360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129474"/>
            <a:ext cx="6823674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A0309-D065-CD9D-2479-AD56597FB81F}"/>
              </a:ext>
            </a:extLst>
          </p:cNvPr>
          <p:cNvSpPr/>
          <p:nvPr userDrawn="1"/>
        </p:nvSpPr>
        <p:spPr>
          <a:xfrm>
            <a:off x="816864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FD96658A-D342-DC0B-8552-B2E3314532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3041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98EB195-6C83-E04A-B652-F00DFBE2465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58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745" y="634999"/>
            <a:ext cx="4304219" cy="112237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7868F-C970-BDC2-3C59-C3B9D60646EC}"/>
              </a:ext>
            </a:extLst>
          </p:cNvPr>
          <p:cNvSpPr/>
          <p:nvPr userDrawn="1"/>
        </p:nvSpPr>
        <p:spPr>
          <a:xfrm>
            <a:off x="634036" y="1"/>
            <a:ext cx="5736284" cy="622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86">
            <a:extLst>
              <a:ext uri="{FF2B5EF4-FFF2-40B4-BE49-F238E27FC236}">
                <a16:creationId xmlns:a16="http://schemas.microsoft.com/office/drawing/2014/main" id="{59A01815-2226-42BA-5989-B67063705B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29475"/>
            <a:ext cx="4304219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19ABAC-CEC0-3744-94EB-1D764E2366A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64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DFB919A-0FBE-5996-8285-F65A2832E27F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Picture Placeholder 86">
            <a:extLst>
              <a:ext uri="{FF2B5EF4-FFF2-40B4-BE49-F238E27FC236}">
                <a16:creationId xmlns:a16="http://schemas.microsoft.com/office/drawing/2014/main" id="{17979BA9-1DC6-39F8-19D7-0BC804341A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6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97" y="686054"/>
            <a:ext cx="433373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9BC52-F4B9-40D3-13B2-C974CC90EF84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B5950EFE-356D-C8EA-2569-0F26EFFA4E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4137" y="1748474"/>
            <a:ext cx="4323828" cy="4615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D57CA4-9B91-014F-9006-ED823B296BC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27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74563"/>
            <a:ext cx="4702537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1748474"/>
            <a:ext cx="4702537" cy="461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6030CF-FEDC-475D-1C44-D1A9610C48B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28ECA86B-B2EE-7857-89AB-8C4E9F0712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5B19DAFB-FAB1-764F-BE9B-0C575278000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81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34999"/>
            <a:ext cx="3345301" cy="111347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01BBF-E06C-C8BD-9613-D1E0E2997D96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34">
            <a:extLst>
              <a:ext uri="{FF2B5EF4-FFF2-40B4-BE49-F238E27FC236}">
                <a16:creationId xmlns:a16="http://schemas.microsoft.com/office/drawing/2014/main" id="{EC6F8BE1-DBF8-9F46-A1A0-170BE0AC9F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129475"/>
            <a:ext cx="3345301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2FF7BC53-6B45-7742-9EBA-CB5E7E199EB6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07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76160" cy="112237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2138375"/>
            <a:ext cx="3376160" cy="4084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E5DEB-00A0-C51B-6DFC-390A6C17BC52}"/>
              </a:ext>
            </a:extLst>
          </p:cNvPr>
          <p:cNvSpPr/>
          <p:nvPr userDrawn="1"/>
        </p:nvSpPr>
        <p:spPr>
          <a:xfrm>
            <a:off x="4674781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34">
            <a:extLst>
              <a:ext uri="{FF2B5EF4-FFF2-40B4-BE49-F238E27FC236}">
                <a16:creationId xmlns:a16="http://schemas.microsoft.com/office/drawing/2014/main" id="{09BDCEA9-FCD8-BF3F-D744-F8CFFB64D0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6740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A5B05B6C-DEDB-7544-9F53-A4801D50D3D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6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01716"/>
            <a:ext cx="3214862" cy="15033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CDADF-7E36-EBE1-34D0-785EEE3139B3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04761C5D-E8A4-64AA-78FD-E268D115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2877190"/>
            <a:ext cx="3214862" cy="3345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7BC866-C4B3-4A49-A8DC-A0BE5C9E8AD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88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5109526"/>
            <a:ext cx="3739896" cy="111347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164" y="5109525"/>
            <a:ext cx="6400800" cy="1113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7C8D-329B-1A41-996A-C00FEEB4F1B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149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8" y="4362766"/>
            <a:ext cx="2953618" cy="186023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98176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362766"/>
            <a:ext cx="7576722" cy="18602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3ED9-EFBD-5A47-956E-678E362C5636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72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006411" cy="186119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B10367D4-204C-404A-8464-46B87B775F2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43897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2938227"/>
            <a:ext cx="12192000" cy="391977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19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45318" cy="97046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1748474"/>
            <a:ext cx="6150815" cy="4474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748475"/>
            <a:ext cx="4333867" cy="4474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3CD41-8253-8740-8961-F06C3711FE7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60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714881" cy="113042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146428"/>
            <a:ext cx="4736262" cy="407657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6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54A3-95B5-7540-93F4-9DA873291FA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13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8108" cy="1113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3752238" cy="409352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2195" y="634999"/>
            <a:ext cx="6595443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D702-F775-114B-846E-EFE6911639E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69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0C886-859A-5158-F0E8-00B1BFC415AF}"/>
              </a:ext>
            </a:extLst>
          </p:cNvPr>
          <p:cNvSpPr/>
          <p:nvPr userDrawn="1"/>
        </p:nvSpPr>
        <p:spPr>
          <a:xfrm>
            <a:off x="5821686" y="0"/>
            <a:ext cx="5736284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CEE0A2-7709-B62C-92B2-F79288C22C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58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356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EE1F0A-D57B-4C33-44C2-D2BF9B19B487}"/>
              </a:ext>
            </a:extLst>
          </p:cNvPr>
          <p:cNvSpPr/>
          <p:nvPr userDrawn="1"/>
        </p:nvSpPr>
        <p:spPr>
          <a:xfrm>
            <a:off x="5821681" y="0"/>
            <a:ext cx="5736284" cy="6818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FB73C4F7-F062-427F-E6F1-8992FE31E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61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2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00600"/>
            <a:ext cx="10923934" cy="14224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609355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BBDB-DB6A-8043-A23A-E4D514668CA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63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06" y="5222240"/>
            <a:ext cx="9037984" cy="1000759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58724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FF74-D6A8-484C-8E59-ED45708650B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8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01611EA6-A98E-788D-8561-0477483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79524"/>
            <a:ext cx="10923934" cy="134347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6FAFFBC2-CB22-180D-9985-6B9E32EE75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24452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8237-8CC6-BF45-96C4-CF90C4DB212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9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0936"/>
            <a:ext cx="6209065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FA9F-5F67-2743-BC9C-9DCD4B6649F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7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898EF3F-C42B-37EE-D18B-8185C8F12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800" b="1" i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4800" b="1" i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4800" b="1" i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4800" b="1" i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4800" b="1" i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DF8E-C5F8-B94D-B79F-BB5E0540322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747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34998"/>
            <a:ext cx="8481395" cy="55880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F3B-3FFA-684A-A22D-4B1A741ADF3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1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34999"/>
            <a:ext cx="10923934" cy="375615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748474"/>
            <a:ext cx="10923934" cy="447452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AEBE-CA61-5040-850D-8DDBD3B263E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7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10923934" cy="366716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42415"/>
            <a:ext cx="10923934" cy="443287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4E7F1-F91F-AD4F-AC91-E9089FFC5F8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8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9037984" cy="366716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3B5A0-0FC4-284F-8762-E74EE352389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712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38374"/>
            <a:ext cx="5266078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578D-94A7-9E43-82B8-AAFA272825E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769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42831"/>
            <a:ext cx="10923934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051211"/>
            <a:ext cx="5266090" cy="38195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495234"/>
            <a:ext cx="5266090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1886" y="2051212"/>
            <a:ext cx="5266078" cy="3819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5234"/>
            <a:ext cx="5271464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3611-F589-6B46-B56A-435CF60591D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363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692AA-1C89-D34D-9E81-E1A863B5BE1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11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2A457-1E7D-C84D-ACA4-D6056485694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9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9"/>
            <a:ext cx="3771903" cy="1494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2495234"/>
            <a:ext cx="3771904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634999"/>
            <a:ext cx="6226055" cy="5588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1255-8A2A-504E-AE57-51186F2E75A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001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2886089"/>
            <a:ext cx="3771901" cy="33369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4999"/>
            <a:ext cx="6595442" cy="562577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0A0A-7008-8A4A-B23F-5951DF641DB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251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847087"/>
            <a:ext cx="7538424" cy="1386963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3615051"/>
            <a:ext cx="10923933" cy="260794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>
                <a:solidFill>
                  <a:schemeClr val="accent1"/>
                </a:solidFill>
              </a:defRPr>
            </a:lvl2pPr>
            <a:lvl3pPr marL="457200" indent="0">
              <a:buNone/>
              <a:defRPr>
                <a:solidFill>
                  <a:schemeClr val="accent1"/>
                </a:solidFill>
              </a:defRPr>
            </a:lvl3pPr>
            <a:lvl4pPr marL="685800" indent="0">
              <a:buNone/>
              <a:defRPr>
                <a:solidFill>
                  <a:schemeClr val="accent1"/>
                </a:solidFill>
              </a:defRPr>
            </a:lvl4pPr>
            <a:lvl5pPr marL="9144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31EFE-56B6-8F4D-8113-558CEDB7B73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8481399" cy="1867858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2674"/>
            <a:ext cx="8481399" cy="148685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228600" indent="0">
              <a:buNone/>
              <a:defRPr sz="2000">
                <a:solidFill>
                  <a:schemeClr val="accent1"/>
                </a:solidFill>
              </a:defRPr>
            </a:lvl2pPr>
            <a:lvl3pPr marL="457200" indent="0">
              <a:buNone/>
              <a:defRPr sz="1800">
                <a:solidFill>
                  <a:schemeClr val="accent1"/>
                </a:solidFill>
              </a:defRPr>
            </a:lvl3pPr>
            <a:lvl4pPr marL="685800" indent="0">
              <a:buNone/>
              <a:defRPr sz="1600">
                <a:solidFill>
                  <a:schemeClr val="accent1"/>
                </a:solidFill>
              </a:defRPr>
            </a:lvl4pPr>
            <a:lvl5pPr marL="9144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D02D-3DC0-C54F-AF94-CB2AA6AB0D3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4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4704473" cy="2607950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4362766"/>
            <a:ext cx="4704473" cy="1860234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2pPr>
            <a:lvl3pPr marL="4572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3pPr>
            <a:lvl4pPr marL="6858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4pPr>
            <a:lvl5pPr marL="9144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4D02D-3DC0-C54F-AF94-CB2AA6AB0D37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E1A7A48-EC1B-2BD5-026A-AEDC4C01FC96}"/>
              </a:ext>
            </a:extLst>
          </p:cNvPr>
          <p:cNvSpPr/>
          <p:nvPr userDrawn="1"/>
        </p:nvSpPr>
        <p:spPr>
          <a:xfrm>
            <a:off x="5821681" y="1"/>
            <a:ext cx="6370318" cy="6223000"/>
          </a:xfrm>
          <a:custGeom>
            <a:avLst/>
            <a:gdLst>
              <a:gd name="connsiteX0" fmla="*/ 3185158 w 6370318"/>
              <a:gd name="connsiteY0" fmla="*/ 991383 h 6223000"/>
              <a:gd name="connsiteX1" fmla="*/ 974138 w 6370318"/>
              <a:gd name="connsiteY1" fmla="*/ 2448125 h 6223000"/>
              <a:gd name="connsiteX2" fmla="*/ 3185158 w 6370318"/>
              <a:gd name="connsiteY2" fmla="*/ 3904867 h 6223000"/>
              <a:gd name="connsiteX3" fmla="*/ 5396178 w 6370318"/>
              <a:gd name="connsiteY3" fmla="*/ 2448125 h 6223000"/>
              <a:gd name="connsiteX4" fmla="*/ 3185158 w 6370318"/>
              <a:gd name="connsiteY4" fmla="*/ 991383 h 6223000"/>
              <a:gd name="connsiteX5" fmla="*/ 0 w 6370318"/>
              <a:gd name="connsiteY5" fmla="*/ 0 h 6223000"/>
              <a:gd name="connsiteX6" fmla="*/ 6370318 w 6370318"/>
              <a:gd name="connsiteY6" fmla="*/ 0 h 6223000"/>
              <a:gd name="connsiteX7" fmla="*/ 6370318 w 6370318"/>
              <a:gd name="connsiteY7" fmla="*/ 6223000 h 6223000"/>
              <a:gd name="connsiteX8" fmla="*/ 5395766 w 6370318"/>
              <a:gd name="connsiteY8" fmla="*/ 6223000 h 6223000"/>
              <a:gd name="connsiteX9" fmla="*/ 5384828 w 6370318"/>
              <a:gd name="connsiteY9" fmla="*/ 6176026 h 6223000"/>
              <a:gd name="connsiteX10" fmla="*/ 3195791 w 6370318"/>
              <a:gd name="connsiteY10" fmla="*/ 5746683 h 6223000"/>
              <a:gd name="connsiteX11" fmla="*/ 5396178 w 6370318"/>
              <a:gd name="connsiteY11" fmla="*/ 4825797 h 6223000"/>
              <a:gd name="connsiteX12" fmla="*/ 3185158 w 6370318"/>
              <a:gd name="connsiteY12" fmla="*/ 3904906 h 6223000"/>
              <a:gd name="connsiteX13" fmla="*/ 974138 w 6370318"/>
              <a:gd name="connsiteY13" fmla="*/ 4825797 h 6223000"/>
              <a:gd name="connsiteX14" fmla="*/ 3174524 w 6370318"/>
              <a:gd name="connsiteY14" fmla="*/ 5746683 h 6223000"/>
              <a:gd name="connsiteX15" fmla="*/ 985488 w 6370318"/>
              <a:gd name="connsiteY15" fmla="*/ 6176026 h 6223000"/>
              <a:gd name="connsiteX16" fmla="*/ 974550 w 6370318"/>
              <a:gd name="connsiteY16" fmla="*/ 6223000 h 6223000"/>
              <a:gd name="connsiteX17" fmla="*/ 0 w 6370318"/>
              <a:gd name="connsiteY17" fmla="*/ 6223000 h 622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70318" h="6223000">
                <a:moveTo>
                  <a:pt x="3185158" y="991383"/>
                </a:moveTo>
                <a:cubicBezTo>
                  <a:pt x="1964046" y="991383"/>
                  <a:pt x="974138" y="1643590"/>
                  <a:pt x="974138" y="2448125"/>
                </a:cubicBezTo>
                <a:cubicBezTo>
                  <a:pt x="974138" y="3252659"/>
                  <a:pt x="1964046" y="3904867"/>
                  <a:pt x="3185158" y="3904867"/>
                </a:cubicBezTo>
                <a:cubicBezTo>
                  <a:pt x="4406270" y="3904867"/>
                  <a:pt x="5396178" y="3252659"/>
                  <a:pt x="5396178" y="2448125"/>
                </a:cubicBezTo>
                <a:cubicBezTo>
                  <a:pt x="5396178" y="1643590"/>
                  <a:pt x="4406270" y="991383"/>
                  <a:pt x="3185158" y="991383"/>
                </a:cubicBezTo>
                <a:close/>
                <a:moveTo>
                  <a:pt x="0" y="0"/>
                </a:moveTo>
                <a:lnTo>
                  <a:pt x="6370318" y="0"/>
                </a:lnTo>
                <a:lnTo>
                  <a:pt x="6370318" y="6223000"/>
                </a:lnTo>
                <a:lnTo>
                  <a:pt x="5395766" y="6223000"/>
                </a:lnTo>
                <a:lnTo>
                  <a:pt x="5384828" y="6176026"/>
                </a:lnTo>
                <a:cubicBezTo>
                  <a:pt x="5272251" y="5935624"/>
                  <a:pt x="4336001" y="5747839"/>
                  <a:pt x="3195791" y="5746683"/>
                </a:cubicBezTo>
                <a:cubicBezTo>
                  <a:pt x="4412015" y="5744294"/>
                  <a:pt x="5396178" y="5332915"/>
                  <a:pt x="5396178" y="4825797"/>
                </a:cubicBezTo>
                <a:cubicBezTo>
                  <a:pt x="5396178" y="4317207"/>
                  <a:pt x="4406270" y="3904906"/>
                  <a:pt x="3185158" y="3904906"/>
                </a:cubicBezTo>
                <a:cubicBezTo>
                  <a:pt x="1964046" y="3904906"/>
                  <a:pt x="974138" y="4317207"/>
                  <a:pt x="974138" y="4825797"/>
                </a:cubicBezTo>
                <a:cubicBezTo>
                  <a:pt x="974138" y="5332915"/>
                  <a:pt x="1958301" y="5744294"/>
                  <a:pt x="3174524" y="5746683"/>
                </a:cubicBezTo>
                <a:cubicBezTo>
                  <a:pt x="2034315" y="5747839"/>
                  <a:pt x="1098065" y="5935624"/>
                  <a:pt x="985488" y="6176026"/>
                </a:cubicBezTo>
                <a:lnTo>
                  <a:pt x="974550" y="6223000"/>
                </a:lnTo>
                <a:lnTo>
                  <a:pt x="0" y="6223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4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635000"/>
            <a:ext cx="10923934" cy="7467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10923934" cy="4474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6A0A5BC3-F280-874C-BA55-1A6C5B1523D3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813" r:id="rId8"/>
    <p:sldLayoutId id="2147483771" r:id="rId9"/>
    <p:sldLayoutId id="2147483816" r:id="rId10"/>
    <p:sldLayoutId id="2147483772" r:id="rId11"/>
    <p:sldLayoutId id="2147483773" r:id="rId12"/>
    <p:sldLayoutId id="2147483814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815" r:id="rId36"/>
    <p:sldLayoutId id="2147483818" r:id="rId37"/>
    <p:sldLayoutId id="2147483796" r:id="rId38"/>
    <p:sldLayoutId id="2147483797" r:id="rId39"/>
    <p:sldLayoutId id="2147483798" r:id="rId40"/>
    <p:sldLayoutId id="2147483799" r:id="rId41"/>
    <p:sldLayoutId id="2147483800" r:id="rId42"/>
    <p:sldLayoutId id="2147483801" r:id="rId43"/>
    <p:sldLayoutId id="2147483802" r:id="rId44"/>
    <p:sldLayoutId id="2147483803" r:id="rId45"/>
    <p:sldLayoutId id="2147483804" r:id="rId46"/>
    <p:sldLayoutId id="2147483805" r:id="rId47"/>
    <p:sldLayoutId id="2147483806" r:id="rId48"/>
    <p:sldLayoutId id="2147483807" r:id="rId49"/>
    <p:sldLayoutId id="2147483808" r:id="rId50"/>
    <p:sldLayoutId id="2147483809" r:id="rId51"/>
    <p:sldLayoutId id="2147483810" r:id="rId52"/>
    <p:sldLayoutId id="2147483811" r:id="rId53"/>
    <p:sldLayoutId id="2147483812" r:id="rId54"/>
    <p:sldLayoutId id="2147483817" r:id="rId5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813" y="3777343"/>
            <a:ext cx="4690543" cy="1123311"/>
          </a:xfrm>
        </p:spPr>
        <p:txBody>
          <a:bodyPr>
            <a:normAutofit/>
          </a:bodyPr>
          <a:lstStyle/>
          <a:p>
            <a:pPr algn="ctr"/>
            <a:r>
              <a:rPr lang="en-US" sz="2000" b="0" dirty="0"/>
              <a:t>GROUP MEMBERS:</a:t>
            </a:r>
            <a:br>
              <a:rPr lang="en-US" sz="2000" b="0" dirty="0"/>
            </a:br>
            <a:r>
              <a:rPr lang="en-US" sz="2000" b="0" dirty="0"/>
              <a:t>IMMACULATE MWENDWA-669802</a:t>
            </a:r>
            <a:br>
              <a:rPr lang="en-US" sz="2000" b="0" dirty="0"/>
            </a:br>
            <a:r>
              <a:rPr lang="en-US" sz="2000" b="0" dirty="0"/>
              <a:t>SYLVIA MULLA- </a:t>
            </a:r>
            <a:r>
              <a:rPr lang="en-US" sz="2000" b="0" dirty="0" smtClean="0"/>
              <a:t>668830</a:t>
            </a:r>
            <a:endParaRPr lang="en-US" sz="20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04203"/>
            <a:ext cx="5508171" cy="2200997"/>
          </a:xfrm>
        </p:spPr>
        <p:txBody>
          <a:bodyPr/>
          <a:lstStyle/>
          <a:p>
            <a:pPr algn="ctr"/>
            <a:r>
              <a:rPr lang="en-US" sz="3600" dirty="0"/>
              <a:t>EMPLOYEE PERFORMANCE DECISION SUPPORT SYSTEM</a:t>
            </a:r>
          </a:p>
        </p:txBody>
      </p:sp>
      <p:pic>
        <p:nvPicPr>
          <p:cNvPr id="4" name="Picture Placeholder 7" descr="A cross-section of a street intersection">
            <a:extLst>
              <a:ext uri="{FF2B5EF4-FFF2-40B4-BE49-F238E27FC236}">
                <a16:creationId xmlns:a16="http://schemas.microsoft.com/office/drawing/2014/main" id="{8365A38A-6920-9419-5FF1-52FF7633C9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3" cstate="screen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ross-section of a street intersection">
            <a:extLst>
              <a:ext uri="{FF2B5EF4-FFF2-40B4-BE49-F238E27FC236}">
                <a16:creationId xmlns:a16="http://schemas.microsoft.com/office/drawing/2014/main" id="{8365A38A-6920-9419-5FF1-52FF7633C9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3" cstate="screen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643195"/>
          </a:xfrm>
        </p:spPr>
        <p:txBody>
          <a:bodyPr/>
          <a:lstStyle/>
          <a:p>
            <a:r>
              <a:rPr lang="en-US" sz="3600" dirty="0" smtClean="0"/>
              <a:t>Introduction</a:t>
            </a:r>
            <a:endParaRPr lang="en-US" sz="3600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8491" y="1671484"/>
            <a:ext cx="5260420" cy="2554256"/>
          </a:xfrm>
        </p:spPr>
        <p:txBody>
          <a:bodyPr>
            <a:normAutofit/>
          </a:bodyPr>
          <a:lstStyle/>
          <a:p>
            <a:r>
              <a:rPr lang="en-US" sz="2000" b="0" dirty="0" smtClean="0"/>
              <a:t>- This system helps organizations evaluate employee performance.</a:t>
            </a:r>
            <a:br>
              <a:rPr lang="en-US" sz="2000" b="0" dirty="0" smtClean="0"/>
            </a:br>
            <a:r>
              <a:rPr lang="en-US" sz="2000" b="0" dirty="0" smtClean="0"/>
              <a:t>- It uses data instead of opinions.</a:t>
            </a:r>
            <a:br>
              <a:rPr lang="en-US" sz="2000" b="0" dirty="0" smtClean="0"/>
            </a:br>
            <a:r>
              <a:rPr lang="en-US" sz="2000" b="0" dirty="0" smtClean="0"/>
              <a:t>- The goal is to make decisions fair, faster and more accurate.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98447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>
            <a:normAutofit fontScale="90000"/>
          </a:bodyPr>
          <a:lstStyle/>
          <a:p>
            <a:r>
              <a:rPr lang="en-US" dirty="0"/>
              <a:t>The Decision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Subjectivity and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Bias happens when managers can rate the same employee based on personal feelings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Inconsistency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Different managers can rate the same employee differently which leads to unfair results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Laborious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Manual evaluation wastes time that could be used for planning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Non-transparency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Employees don’t understand how they are judged which causes dissatisfaction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Placeholder 7" descr="A cross-section of a street intersection">
            <a:extLst>
              <a:ext uri="{FF2B5EF4-FFF2-40B4-BE49-F238E27FC236}">
                <a16:creationId xmlns:a16="http://schemas.microsoft.com/office/drawing/2014/main" id="{8365A38A-6920-9419-5FF1-52FF7633C97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3639" y="1493440"/>
            <a:ext cx="5486400" cy="3867912"/>
          </a:xfrm>
          <a:blipFill dpi="0" rotWithShape="1">
            <a:blip r:embed="rId4" cstate="screen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/>
          <a:lstStyle/>
          <a:p>
            <a:r>
              <a:rPr lang="en-US" dirty="0"/>
              <a:t>Decision Makers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5629" y="348344"/>
            <a:ext cx="5712335" cy="6215742"/>
          </a:xfrm>
        </p:spPr>
        <p:txBody>
          <a:bodyPr>
            <a:normAutofit/>
          </a:bodyPr>
          <a:lstStyle/>
          <a:p>
            <a:r>
              <a:rPr lang="en-US" b="1" dirty="0"/>
              <a:t>Human Resource Managers</a:t>
            </a:r>
          </a:p>
          <a:p>
            <a:r>
              <a:rPr lang="en-US" dirty="0"/>
              <a:t>Monitor trends, identify </a:t>
            </a:r>
            <a:r>
              <a:rPr lang="en-US" dirty="0" smtClean="0"/>
              <a:t>weak departments, </a:t>
            </a:r>
            <a:r>
              <a:rPr lang="en-US" dirty="0"/>
              <a:t>ensure unbiased evaluations.</a:t>
            </a:r>
          </a:p>
          <a:p>
            <a:r>
              <a:rPr lang="en-US" b="1" dirty="0"/>
              <a:t>Supervisors</a:t>
            </a:r>
          </a:p>
          <a:p>
            <a:r>
              <a:rPr lang="en-US" dirty="0" smtClean="0"/>
              <a:t>Uses system data to support their decisions, </a:t>
            </a:r>
            <a:r>
              <a:rPr lang="en-US" dirty="0"/>
              <a:t>recognize potential.</a:t>
            </a:r>
          </a:p>
          <a:p>
            <a:r>
              <a:rPr lang="en-US" b="1" dirty="0"/>
              <a:t>Executives</a:t>
            </a:r>
          </a:p>
          <a:p>
            <a:r>
              <a:rPr lang="en-US" dirty="0"/>
              <a:t>Monitor trends and </a:t>
            </a:r>
            <a:r>
              <a:rPr lang="en-US" dirty="0" smtClean="0"/>
              <a:t>decide if training programs are working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>
            <a:normAutofit/>
          </a:bodyPr>
          <a:lstStyle/>
          <a:p>
            <a:r>
              <a:rPr lang="en-US" dirty="0"/>
              <a:t>Inputs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5141-87C9-23DF-ECBC-B828494C9F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Attendance Rate</a:t>
            </a:r>
          </a:p>
          <a:p>
            <a:r>
              <a:rPr lang="en-US" dirty="0" smtClean="0"/>
              <a:t>Measures how often an employee shows up to work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Completed Tasks</a:t>
            </a:r>
          </a:p>
          <a:p>
            <a:r>
              <a:rPr lang="en-US" dirty="0"/>
              <a:t>Number of assignments completed within timeframe. Shows productivity.</a:t>
            </a:r>
          </a:p>
          <a:p>
            <a:pPr marL="0" indent="0">
              <a:buNone/>
            </a:pPr>
            <a:r>
              <a:rPr lang="en-US" b="1" dirty="0"/>
              <a:t>Productivity Score (0-100)</a:t>
            </a:r>
          </a:p>
          <a:p>
            <a:r>
              <a:rPr lang="en-US" dirty="0"/>
              <a:t>Numerical </a:t>
            </a:r>
            <a:r>
              <a:rPr lang="en-US" dirty="0" smtClean="0"/>
              <a:t>value representing work quality and efficiency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Supervisor Evaluation (1-10)</a:t>
            </a:r>
          </a:p>
          <a:p>
            <a:r>
              <a:rPr lang="en-US" dirty="0"/>
              <a:t>Qualitative assessment of cooperation and motivation.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Placeholder 7" descr="A couple of people crossing a street">
            <a:extLst>
              <a:ext uri="{FF2B5EF4-FFF2-40B4-BE49-F238E27FC236}">
                <a16:creationId xmlns:a16="http://schemas.microsoft.com/office/drawing/2014/main" id="{2EAC0192-278D-89E4-80FC-ECD204D64D0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30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5872" y="736601"/>
            <a:ext cx="3867912" cy="5486400"/>
          </a:xfrm>
        </p:spPr>
      </p:pic>
    </p:spTree>
    <p:extLst>
      <p:ext uri="{BB962C8B-B14F-4D97-AF65-F5344CB8AC3E}">
        <p14:creationId xmlns:p14="http://schemas.microsoft.com/office/powerpoint/2010/main" val="59902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/>
          <a:lstStyle/>
          <a:p>
            <a:r>
              <a:rPr lang="en-US" dirty="0"/>
              <a:t>Decision Logic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 dirty="0" smtClean="0"/>
              <a:t>Decision Logic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B5EE-EC32-8941-B9F3-74604A298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1981058"/>
            <a:ext cx="9780049" cy="479336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This system uses a </a:t>
            </a:r>
            <a:r>
              <a:rPr lang="en-US" b="1" dirty="0" smtClean="0"/>
              <a:t>weighted scoring method- </a:t>
            </a:r>
            <a:r>
              <a:rPr lang="en-US" dirty="0" smtClean="0"/>
              <a:t>this means that each factor contributes differently to the final score</a:t>
            </a:r>
          </a:p>
          <a:p>
            <a:pPr marL="0" indent="0">
              <a:buNone/>
            </a:pPr>
            <a:r>
              <a:rPr lang="en-US" b="1" dirty="0" smtClean="0"/>
              <a:t>Attendance</a:t>
            </a:r>
            <a:endParaRPr lang="en-US" b="1" dirty="0"/>
          </a:p>
          <a:p>
            <a:r>
              <a:rPr lang="en-US" dirty="0" smtClean="0"/>
              <a:t>Contributes 20%- this shows reliability but not the actual performance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Task Completion</a:t>
            </a:r>
          </a:p>
          <a:p>
            <a:r>
              <a:rPr lang="en-US" dirty="0" smtClean="0"/>
              <a:t>Contributes 30%- This measures how much work an employee finishes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Productivity</a:t>
            </a:r>
          </a:p>
          <a:p>
            <a:r>
              <a:rPr lang="en-US" dirty="0" smtClean="0"/>
              <a:t>Contributes 30%- This measures the quality and efficiency of the work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Adjusted Supervisor Rating</a:t>
            </a:r>
          </a:p>
          <a:p>
            <a:r>
              <a:rPr lang="en-US" dirty="0" smtClean="0"/>
              <a:t>Contributes 20%- Adds the human judgment like teamwork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FOMULA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Performance Score = (Attendance × 0.2) + (Task Completion × 0.3) + (Productivity × 0.3) + (Adjusted Supervisor Rating × 0.2)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3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C717-1808-0047-7893-C9C49420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127" y="293915"/>
            <a:ext cx="4178073" cy="1709057"/>
          </a:xfrm>
        </p:spPr>
        <p:txBody>
          <a:bodyPr/>
          <a:lstStyle/>
          <a:p>
            <a:endParaRPr lang="en-US" sz="4400" dirty="0"/>
          </a:p>
          <a:p>
            <a:endParaRPr lang="en-US" sz="4400" dirty="0"/>
          </a:p>
          <a:p>
            <a:r>
              <a:rPr lang="en-US" sz="4400" dirty="0"/>
              <a:t>Decision Criteria</a:t>
            </a:r>
          </a:p>
          <a:p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C7313-DBA6-BC54-DE83-9257C38F24AF}"/>
              </a:ext>
            </a:extLst>
          </p:cNvPr>
          <p:cNvSpPr txBox="1"/>
          <p:nvPr/>
        </p:nvSpPr>
        <p:spPr>
          <a:xfrm>
            <a:off x="926592" y="2471057"/>
            <a:ext cx="58443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Above 80: High Performer – Promote</a:t>
            </a:r>
          </a:p>
          <a:p>
            <a:r>
              <a:rPr lang="en-US" dirty="0">
                <a:solidFill>
                  <a:schemeClr val="accent2"/>
                </a:solidFill>
              </a:rPr>
              <a:t>Acknowledge top talent and ensure retention.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60 to 80: Average Performer – Maintain</a:t>
            </a:r>
          </a:p>
          <a:p>
            <a:r>
              <a:rPr lang="en-US" dirty="0">
                <a:solidFill>
                  <a:schemeClr val="accent2"/>
                </a:solidFill>
              </a:rPr>
              <a:t>Meets requirements.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Below 60: Needs Improvement – Training required</a:t>
            </a:r>
          </a:p>
          <a:p>
            <a:r>
              <a:rPr lang="en-US" dirty="0">
                <a:solidFill>
                  <a:schemeClr val="accent2"/>
                </a:solidFill>
              </a:rPr>
              <a:t>Lacks certain skills.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2" y="1001716"/>
            <a:ext cx="4665771" cy="755658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 Explanation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KPIs</a:t>
            </a:r>
          </a:p>
          <a:p>
            <a:pPr marL="0" indent="0">
              <a:buNone/>
            </a:pPr>
            <a:r>
              <a:rPr lang="en-US" dirty="0"/>
              <a:t>- Total Employees, Avg Productivity, Avg Attendance, Avg Tasks, Avg Rating</a:t>
            </a:r>
          </a:p>
          <a:p>
            <a:pPr marL="0" indent="0">
              <a:buNone/>
            </a:pPr>
            <a:r>
              <a:rPr lang="en-US" b="1" dirty="0"/>
              <a:t>Departmental Productivity (Bar Chart)</a:t>
            </a:r>
          </a:p>
          <a:p>
            <a:pPr marL="0" indent="0">
              <a:buNone/>
            </a:pPr>
            <a:r>
              <a:rPr lang="en-US" dirty="0"/>
              <a:t>- Compares average productivity across departments</a:t>
            </a:r>
          </a:p>
          <a:p>
            <a:pPr marL="0" indent="0">
              <a:buNone/>
            </a:pPr>
            <a:r>
              <a:rPr lang="en-US" b="1" dirty="0"/>
              <a:t>Attendance vs Productivity (Scatter Plot)</a:t>
            </a:r>
          </a:p>
          <a:p>
            <a:pPr marL="0" indent="0">
              <a:buNone/>
            </a:pPr>
            <a:r>
              <a:rPr lang="en-US" dirty="0"/>
              <a:t>- Shows relationship between attendance and output</a:t>
            </a:r>
          </a:p>
          <a:p>
            <a:pPr marL="0" indent="0">
              <a:buNone/>
            </a:pPr>
            <a:r>
              <a:rPr lang="en-US" b="1" dirty="0"/>
              <a:t>Performance Distribution (Pie Chart)</a:t>
            </a:r>
          </a:p>
          <a:p>
            <a:pPr marL="0" indent="0">
              <a:buNone/>
            </a:pPr>
            <a:r>
              <a:rPr lang="en-US" dirty="0"/>
              <a:t>- Segments employees into High/Average/Improvement categories</a:t>
            </a:r>
          </a:p>
          <a:p>
            <a:pPr marL="0" indent="0">
              <a:buNone/>
            </a:pPr>
            <a:r>
              <a:rPr lang="en-US" b="1" dirty="0"/>
              <a:t>Department Slicer</a:t>
            </a:r>
          </a:p>
          <a:p>
            <a:pPr marL="0" indent="0">
              <a:buNone/>
            </a:pPr>
            <a:r>
              <a:rPr lang="en-US" dirty="0"/>
              <a:t>- Filter dashboard by Sales, R&amp;D, or HR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FACC4D-009B-DDDF-D158-4B7183F65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389" y="1992086"/>
            <a:ext cx="6070617" cy="326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>
            <a:normAutofit/>
          </a:bodyPr>
          <a:lstStyle/>
          <a:p>
            <a:r>
              <a:rPr lang="en-US" dirty="0"/>
              <a:t>Challenges experienced throughout the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3272E-ED3F-8C56-5ACB-BC9B8030A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Preparation</a:t>
            </a:r>
          </a:p>
          <a:p>
            <a:r>
              <a:rPr lang="en-US" dirty="0"/>
              <a:t>Missing attendance variable required synthetic data generation.</a:t>
            </a:r>
          </a:p>
          <a:p>
            <a:pPr marL="0" indent="0">
              <a:buNone/>
            </a:pPr>
            <a:r>
              <a:rPr lang="en-US" b="1" dirty="0"/>
              <a:t>Data Transformation</a:t>
            </a:r>
          </a:p>
          <a:p>
            <a:r>
              <a:rPr lang="en-US" dirty="0"/>
              <a:t>Converting ratings from 1-10 scale to standardized 0-100 scale.</a:t>
            </a:r>
          </a:p>
          <a:p>
            <a:pPr marL="0" indent="0">
              <a:buNone/>
            </a:pPr>
            <a:r>
              <a:rPr lang="en-US" b="1" dirty="0"/>
              <a:t>Power BI Development</a:t>
            </a:r>
          </a:p>
          <a:p>
            <a:r>
              <a:rPr lang="en-US" dirty="0"/>
              <a:t>Fixed data aggregation errors and scatter plot configuration issues.</a:t>
            </a:r>
          </a:p>
          <a:p>
            <a:pPr marL="0" indent="0">
              <a:buNone/>
            </a:pPr>
            <a:r>
              <a:rPr lang="en-US" b="1" dirty="0"/>
              <a:t>Compatibility</a:t>
            </a:r>
          </a:p>
          <a:p>
            <a:r>
              <a:rPr lang="en-US" dirty="0"/>
              <a:t>Resolved Power BI (.</a:t>
            </a:r>
            <a:r>
              <a:rPr lang="en-US" dirty="0" err="1"/>
              <a:t>pbix</a:t>
            </a:r>
            <a:r>
              <a:rPr lang="en-US" dirty="0"/>
              <a:t>) file sharing problems across team.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>
            <a:normAutofit/>
          </a:bodyPr>
          <a:lstStyle/>
          <a:p>
            <a:r>
              <a:rPr lang="en-US" dirty="0"/>
              <a:t>Strategic Impact &amp; Future Vision</a:t>
            </a:r>
            <a:br>
              <a:rPr lang="en-US" dirty="0"/>
            </a:br>
            <a:r>
              <a:rPr lang="en-US" dirty="0"/>
              <a:t>- </a:t>
            </a:r>
            <a:r>
              <a:rPr lang="en-US" sz="2000" b="0" dirty="0"/>
              <a:t>Transforms HR data into meaningful business intelligence.</a:t>
            </a:r>
            <a:br>
              <a:rPr lang="en-US" sz="2000" b="0" dirty="0"/>
            </a:br>
            <a:r>
              <a:rPr lang="en-US" sz="2000" b="0" dirty="0"/>
              <a:t>- HR personnel identify promotion and training needs quickly using Power BI dashboard.</a:t>
            </a:r>
            <a:br>
              <a:rPr lang="en-US" sz="2000" b="0" dirty="0"/>
            </a:br>
            <a:r>
              <a:rPr lang="en-US" sz="2000" b="0" dirty="0"/>
              <a:t>- Future enhancements: Real-time data feed, Attrition prediction, Peer review scorecard.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4907-4194-55BC-BDE9-CCF6DAB220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634998"/>
            <a:ext cx="10923934" cy="4609355"/>
          </a:xfrm>
        </p:spPr>
        <p:txBody>
          <a:bodyPr/>
          <a:lstStyle/>
          <a:p>
            <a:r>
              <a:rPr lang="en-US" sz="4800" dirty="0"/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39020662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FormFusion">
  <a:themeElements>
    <a:clrScheme name="Retro Form Fusio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7E9A8"/>
      </a:accent1>
      <a:accent2>
        <a:srgbClr val="C02C0D"/>
      </a:accent2>
      <a:accent3>
        <a:srgbClr val="C9A7E8"/>
      </a:accent3>
      <a:accent4>
        <a:srgbClr val="242C40"/>
      </a:accent4>
      <a:accent5>
        <a:srgbClr val="D90C65"/>
      </a:accent5>
      <a:accent6>
        <a:srgbClr val="3C5569"/>
      </a:accent6>
      <a:hlink>
        <a:srgbClr val="169C9A"/>
      </a:hlink>
      <a:folHlink>
        <a:srgbClr val="E15C3D"/>
      </a:folHlink>
    </a:clrScheme>
    <a:fontScheme name="Custom 44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 form fusion_Marketing Presentation_win32_SD_V6" id="{1B74A257-43A2-48DC-AABC-425ADD1BD4C0}" vid="{0AB9CF50-3A4C-496A-BE11-F38E096BD9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230e9df3-be65-4c73-a93b-d1236ebd677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{DD576E1D-0ABD-4EF8-BF2E-28BCF2D503C4}3b1ee2c4-488f-4f6f-879d-8700a6d4fc2b-TF68a6f5d8-383f-4bee-98cb-6033b297636b_win32</Template>
  <TotalTime>67</TotalTime>
  <Words>506</Words>
  <Application>Microsoft Office PowerPoint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Franklin Gothic Book</vt:lpstr>
      <vt:lpstr>Franklin Gothic Demi</vt:lpstr>
      <vt:lpstr>RetroFormFusion</vt:lpstr>
      <vt:lpstr>GROUP MEMBERS: IMMACULATE MWENDWA-669802 SYLVIA MULLA- 668830</vt:lpstr>
      <vt:lpstr>- This system helps organizations evaluate employee performance. - It uses data instead of opinions. - The goal is to make decisions fair, faster and more accurate.</vt:lpstr>
      <vt:lpstr>The Decision Problem</vt:lpstr>
      <vt:lpstr>Decision Makers</vt:lpstr>
      <vt:lpstr>Inputs and Outputs</vt:lpstr>
      <vt:lpstr>Decision Logic</vt:lpstr>
      <vt:lpstr>Decision Logic</vt:lpstr>
      <vt:lpstr>Quote</vt:lpstr>
      <vt:lpstr>DASHBOARD</vt:lpstr>
      <vt:lpstr>Dashboard Explanation</vt:lpstr>
      <vt:lpstr>Challenges experienced throughout the project</vt:lpstr>
      <vt:lpstr>Strategic Impact &amp; Future Vision - Transforms HR data into meaningful business intelligence. - HR personnel identify promotion and training needs quickly using Power BI dashboard. - Future enhancements: Real-time data feed, Attrition prediction, Peer review scorecard.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MEMBERS: IMMACULATE MWENDWA-669802 SYLVIA MULLA- 66</dc:title>
  <dc:creator>Immaculate Mutembei</dc:creator>
  <cp:lastModifiedBy>Sylvia M Ochieng</cp:lastModifiedBy>
  <cp:revision>7</cp:revision>
  <dcterms:created xsi:type="dcterms:W3CDTF">2026-04-09T20:21:50Z</dcterms:created>
  <dcterms:modified xsi:type="dcterms:W3CDTF">2026-04-10T06:35:01Z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